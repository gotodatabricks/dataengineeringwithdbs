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629D834-2911-4EE8-9041-22E267EBD5E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1F37C-70D6-BDD2-4B2B-635C76694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F2C8CE-170A-79C5-4605-A51A16574D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3421D-24F3-C43D-3FCF-1A6C4150B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3A1F8-2BAF-4CF3-897C-9AEACCC721F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7B022-871E-6494-DE40-2BA2FE6F6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71E38-2469-6769-04FB-36CE47BD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410D5-B152-4A82-A9B2-96C8FE273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25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8DE5E-7F97-E153-1B90-D5B524E41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18BCF-941B-2325-FB43-288FFA591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C31CB-1C3F-E8E0-7485-8685456F9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3A1F8-2BAF-4CF3-897C-9AEACCC721F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4BA27-4931-D6CF-5CC2-A2FE7AD2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94C99-A866-2B0E-6C1C-394535F7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410D5-B152-4A82-A9B2-96C8FE273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69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7AC40-5A14-4FD4-FC43-8BA1277EF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0B88CB-EA6A-091C-3AFB-9F9852C8A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DA768-9994-356A-A838-EB295872B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3A1F8-2BAF-4CF3-897C-9AEACCC721F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4D1FC-49B4-A4EB-4FB6-405C65387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95F72-B872-A65C-8B41-47DB3B385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410D5-B152-4A82-A9B2-96C8FE273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491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7DBCB-7C89-3182-20FE-12E2A45CF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42B6C-F5B6-16C1-FD6D-E47B768943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7CA4E6-BA2A-E9E7-F28E-35C6A53CB3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42EB57-7390-BED2-C227-859FC8436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3A1F8-2BAF-4CF3-897C-9AEACCC721F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252A63-3F68-5C8E-0D99-DA5F0A0F7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1FA8C6-7E09-398F-98B8-DF9562DF8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410D5-B152-4A82-A9B2-96C8FE273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83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AA520-8208-43B5-1BE7-941612A73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F9900A-168A-BD9B-FB01-27C8FFF0C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3919CB-830D-B664-849D-27D7D50643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A914D3-5232-127C-A6E3-1D7D299B23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707D17-3C61-856F-CF09-7139F16C4D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5F4753-A3CD-3442-5EBF-3B6F32AD8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3A1F8-2BAF-4CF3-897C-9AEACCC721F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66FE4D-7580-238C-906B-8BEF7BA86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5C255F-128B-050E-B012-105D53827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410D5-B152-4A82-A9B2-96C8FE273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631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546DE-70E8-7675-5111-1088DA27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B90233-84B4-866B-A324-1149CC383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3A1F8-2BAF-4CF3-897C-9AEACCC721F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2F182C-DFF6-7941-3F6F-212DABA49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7FB7E9-FB54-CCAA-0DEF-0C4567895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410D5-B152-4A82-A9B2-96C8FE273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998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6B9764-A95C-5E86-4CB6-A2884EDA8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3A1F8-2BAF-4CF3-897C-9AEACCC721F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9C9523-FCB0-DDD1-F78F-5B26BF03A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A9067-8E04-571E-37FC-BB972510A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410D5-B152-4A82-A9B2-96C8FE273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843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09BDD-4256-623B-BD7E-4D9D8E29F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E5F51-D486-D598-6DD7-6CC3866C2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7F3E9C-A285-8D45-83FA-EE4A231CB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E7BEE-D3A8-C981-F414-316DB2ED9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3A1F8-2BAF-4CF3-897C-9AEACCC721F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BEC85B-7E32-9D69-BFC9-30ADEAB44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37CD8-4A9A-D8B5-3D68-D17889B3A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410D5-B152-4A82-A9B2-96C8FE273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993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C1E96-A4F7-4A16-70CD-EE65FE197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C13B20-D695-7DEF-DD77-2AD3D503B3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8850F8-84B1-5323-9872-7157B6195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43D243-7278-F46A-9B59-3B60B638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3A1F8-2BAF-4CF3-897C-9AEACCC721F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1E88DD-91A5-FDAA-F8F9-7C12ECAC0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9592DE-FA74-0FAA-95F6-74411E1DC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410D5-B152-4A82-A9B2-96C8FE273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453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EEB48-5BBC-A962-DA24-CA5FE2593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CA6C30-2E76-DBB0-0A9F-0AC5BB542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64844-62CF-C4E7-3C3F-7C436B7DB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3A1F8-2BAF-4CF3-897C-9AEACCC721F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9FF86-01B0-52E6-1724-B39A1405B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EFFC7-1E29-7716-0E42-B97C2F29D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410D5-B152-4A82-A9B2-96C8FE273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777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F8979A-2A1C-CA09-89DB-AC22462A2C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E10DCB-C010-106E-E5F6-65A9F2BFEE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B0DCB-D5A1-64E5-B9BD-4F049C7BB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3A1F8-2BAF-4CF3-897C-9AEACCC721F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52B52-D323-DAC9-CC65-3549C376F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203C5-9869-BBE9-C9EB-BD71BDA25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410D5-B152-4A82-A9B2-96C8FE273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891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7D6618-E136-6DD6-5F40-44DA95D33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89C15-3AF3-B1F2-5454-FD7B9C5C8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C5B52-5D58-798F-60A8-4B57A11004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83A1F8-2BAF-4CF3-897C-9AEACCC721F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B142B-AC59-00E7-A049-D8C4CA8C0B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454D8-1694-03C8-B580-AA6158A68C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1410D5-B152-4A82-A9B2-96C8FE273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473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3D244-91AA-E7AB-4ED2-46BB1A95D0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E786C2-5F84-1428-B8ED-A861005C21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C0F95B-6B57-A65E-EA71-5F239DEA8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27" y="0"/>
            <a:ext cx="109313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528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2DD68-65BE-4AA2-5856-CBB7BCA5A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D3933-51A7-373E-F118-29F43979C6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0CABE6-A6E9-9F7B-4795-BC81891FB6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B4160E-DDF4-AB22-89D6-B9CBBA728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55" y="952154"/>
            <a:ext cx="11212490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322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1A625-DE52-613D-BDE4-A4238F010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DDFCE-3B85-EE96-7A16-0B882B3B0C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64EB2E-A687-0B4A-11F9-67FD80451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0" y="0"/>
            <a:ext cx="121753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534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1D339-C6A2-8390-14DB-4DC0F1481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C135-8ABB-2AB3-28C8-E41E70DF2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910FC2-E148-EA66-81F0-4C5800293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95" y="241160"/>
            <a:ext cx="10911437" cy="6012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045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8228D-2C7A-87B4-19FA-FBFB91DBB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A0EEE-4816-4D25-5D98-E96B0FC9F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DDF31F-6E5C-6A1D-FD75-36ECA165A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464" y="213342"/>
            <a:ext cx="10820723" cy="7036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47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10E25-434E-1A87-0E29-444BEF954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8FA9A-31C5-B6FC-EA0C-70170841E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7D16C1-A48A-D489-88B8-B52D23332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326" y="231112"/>
            <a:ext cx="12121984" cy="604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693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B3736-4AF8-61AF-1025-E235CEF49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A67F0-319F-F79F-7089-9CACDBEF0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3401F4-FF22-610C-3022-660E8F1AD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69" y="25120"/>
            <a:ext cx="10073826" cy="7070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804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E7566-3A15-BFC4-59A0-B78ADB4D5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86223-83C5-80CD-2482-A7D30325F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0216E5-C1A6-141F-AF21-DED66163A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59" y="234675"/>
            <a:ext cx="10843617" cy="6051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873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75EAD-FF7C-367E-DFCA-DC4FE50C7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BD5F1-BA95-E922-BF5F-0F4508182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BFD4AB-339F-6175-47ED-2F966D9CF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87" y="241033"/>
            <a:ext cx="7163114" cy="59359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6A4355-304E-1B57-A006-36121CF4B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469" y="3595328"/>
            <a:ext cx="4105848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923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0E075-5B53-F843-FFB2-F3BD42313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77C79-59BC-A367-F17A-F16CB174A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847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ramesh s</dc:creator>
  <cp:lastModifiedBy>ramesh s</cp:lastModifiedBy>
  <cp:revision>1</cp:revision>
  <dcterms:created xsi:type="dcterms:W3CDTF">2026-08-13T17:00:51Z</dcterms:created>
  <dcterms:modified xsi:type="dcterms:W3CDTF">2026-08-14T01:54:33Z</dcterms:modified>
</cp:coreProperties>
</file>